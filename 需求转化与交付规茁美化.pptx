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188720"/>
            <a:ext cx="54864" cy="146304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88720"/>
            <a:ext cx="7772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需求转化与交付规范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从客户需求到项目交付的规范流程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3840480"/>
            <a:ext cx="2286000" cy="27432"/>
          </a:xfrm>
          <a:prstGeom prst="rect">
            <a:avLst/>
          </a:prstGeom>
          <a:solidFill>
            <a:srgbClr val="60A5FA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137160"/>
            <a:ext cx="9144000" cy="914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课程安排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65760" y="12801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需求转化流程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17373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从需求到交付的完整链路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21031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需求确认规范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" y="25603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确保需求理解准确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5760" y="29260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售前交接规范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" y="33832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项目交接的完整内容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37490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常见问题处理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2062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变更、蔓延、不满意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5760" y="4572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课堂练习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137160"/>
            <a:ext cx="9144000" cy="914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需求转化五阶段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65760" y="12801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需求采集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17373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调研、访谈、问卷收集客户需求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21031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需求分析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" y="25603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分类、排序、可行性分析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5760" y="29260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方案设计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" y="33832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技术方案和实施计划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37490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需求确认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2062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确认书、原型、场景演练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5760" y="4572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项目交接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137160"/>
            <a:ext cx="9144000" cy="914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阶段一：需求采集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65760" y="12801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客户访谈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17373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与业务、IT、一线用户分别访谈，了解不同角色需求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21031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问卷调查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" y="25603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针对大量用户的需求，通过问卷收集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5760" y="29260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系统调研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" y="33832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调研现有系统的功能和数据，发现问题和改进点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37490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注意事项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84048" y="4325112"/>
            <a:ext cx="82296" cy="82296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4206240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采集要全面：不要只听领导的话，要了解一线用户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137160"/>
            <a:ext cx="9144000" cy="914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阶段二：需求分析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65760" y="12801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需求分类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17373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功能需求、非功能需求、数据需求、集成需求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21031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优先级排序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" y="25603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按业务价值、技术难度、实施周期排序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5760" y="29260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可行性分析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" y="33832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技术可行性、成本合理性、风险可控性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" y="3749040"/>
            <a:ext cx="45720" cy="41148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3749040"/>
            <a:ext cx="7726680" cy="4114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794760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输出：需求清单，包含需求描述、类型、优先级、验收标准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137160"/>
            <a:ext cx="9144000" cy="914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阶段三：需求确认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65760" y="12801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为什么需求确认很重要？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17373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很多项目失败的原因就是需求理解偏差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21031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需求确认书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" y="25603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整理成文档，让客户签字确认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5760" y="29260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原型演示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" y="33832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通过原型让客户直观看到效果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37490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场景演练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2062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模拟业务场景，验证需求覆盖完整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4572000"/>
            <a:ext cx="45720" cy="41148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4572000"/>
            <a:ext cx="7726680" cy="4114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617720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记住：需求确认宁可多做，不要少做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137160"/>
            <a:ext cx="9144000" cy="914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阶段四：售前交接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65760" y="12801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交接内容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84048" y="1856232"/>
            <a:ext cx="82296" cy="82296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1737360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客户背景：组织架构、决策流程、关键人员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84048" y="2240280"/>
            <a:ext cx="82296" cy="82296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121408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需求文档：需求清单、优先级、验收标准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84048" y="2624328"/>
            <a:ext cx="82296" cy="82296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505456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技术方案：系统架构、技术选型、部署方案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84048" y="3008376"/>
            <a:ext cx="82296" cy="82296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2889504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项目计划：里程碑、时间节点、资源安排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84048" y="3392424"/>
            <a:ext cx="82296" cy="82296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273552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风险清单：已识别风险及应对措施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5760" y="36576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交接方式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65760" y="41148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交接会议：售前向实施团队详细讲解项目背景和需求，解答疑问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" y="44805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角色转变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137160"/>
            <a:ext cx="9144000" cy="914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常见问题处理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65760" y="12801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需求变更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84048" y="1856232"/>
            <a:ext cx="82296" cy="82296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1737360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问题：客户在项目过程中提出新需求或修改需求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84048" y="2240280"/>
            <a:ext cx="82296" cy="82296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121408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应对：建立变更流程，评估影响，签订变更协议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760" y="2505456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范围蔓延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84048" y="3081528"/>
            <a:ext cx="82296" cy="82296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2962656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问题：项目范围不断扩大，超出原定边界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84048" y="3465576"/>
            <a:ext cx="82296" cy="82296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346704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应对：明确项目边界，超出范围单独报价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65760" y="3730752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客户不满意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84048" y="4306824"/>
            <a:ext cx="82296" cy="82296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18" name="Text 16"/>
          <p:cNvSpPr/>
          <p:nvPr/>
        </p:nvSpPr>
        <p:spPr>
          <a:xfrm>
            <a:off x="566928" y="4187952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问题：客户对交付成果不满意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84048" y="4690872"/>
            <a:ext cx="82296" cy="82296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20" name="Text 18"/>
          <p:cNvSpPr/>
          <p:nvPr/>
        </p:nvSpPr>
        <p:spPr>
          <a:xfrm>
            <a:off x="566928" y="4572000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应对：回顾需求文档，对照验收标准，协商解决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137160"/>
            <a:ext cx="9144000" cy="914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课堂练习：需求确认模拟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65760" y="12801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场景设定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17373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客户：我要一个看板，能看我们公司的经营数据，最好能看到各子公司的对比。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背景：某集团企业，下属10家子公司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24688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练习任务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65760" y="2971800"/>
            <a:ext cx="201168" cy="201168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2971800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2926080"/>
            <a:ext cx="7406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将口语化需求转化为结构化的需求描述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65760" y="3355848"/>
            <a:ext cx="201168" cy="201168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3355848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3310128"/>
            <a:ext cx="7406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列出至少3个需要确认的问题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3739896"/>
            <a:ext cx="201168" cy="201168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373989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3694176"/>
            <a:ext cx="7406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时间：10分钟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137160"/>
            <a:ext cx="9144000" cy="914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参考答案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65760" y="12801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结构化需求描述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17373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功能需求：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84048" y="2221992"/>
            <a:ext cx="82296" cy="82296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2103120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数据看板展示企业经营数据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84048" y="2606040"/>
            <a:ext cx="82296" cy="82296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487168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支持各子公司数据对比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84048" y="2990088"/>
            <a:ext cx="82296" cy="82296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2871216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支持时间维度筛选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84048" y="3374136"/>
            <a:ext cx="82296" cy="82296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255264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支持钻取查看明细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65760" y="363931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数据需求：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84048" y="4123944"/>
            <a:ext cx="82296" cy="82296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18" name="Text 16"/>
          <p:cNvSpPr/>
          <p:nvPr/>
        </p:nvSpPr>
        <p:spPr>
          <a:xfrm>
            <a:off x="566928" y="4005072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经营数据包括哪些指标？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84048" y="4507992"/>
            <a:ext cx="82296" cy="82296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20" name="Text 18"/>
          <p:cNvSpPr/>
          <p:nvPr/>
        </p:nvSpPr>
        <p:spPr>
          <a:xfrm>
            <a:off x="566928" y="4389120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数据来源是哪些系统？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137160"/>
            <a:ext cx="9144000" cy="914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286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课程要点回顾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65760" y="12801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需求转化五阶段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17373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采集、分析、设计、确认、交接，环环相扣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21031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需求确认规范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" y="25603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确认书、原型演示、场景演练，确保理解准确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5760" y="29260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售前交接规范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" y="33832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背景、需求、方案、计划、风险，全面交接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37490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问题应对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2062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变更走流程、蔓延控边界、不满意回需求文档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4572000"/>
            <a:ext cx="45720" cy="41148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4572000"/>
            <a:ext cx="7726680" cy="4114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617720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下节课：需求文档撰写实战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" name="Shape 2"/>
          <p:cNvSpPr/>
          <p:nvPr/>
        </p:nvSpPr>
        <p:spPr>
          <a:xfrm>
            <a:off x="1371600" y="914400"/>
            <a:ext cx="6400800" cy="3200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0" y="1188720"/>
            <a:ext cx="4572000" cy="3657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6" name="Shape 4"/>
          <p:cNvSpPr/>
          <p:nvPr/>
        </p:nvSpPr>
        <p:spPr>
          <a:xfrm>
            <a:off x="2286000" y="3840480"/>
            <a:ext cx="4572000" cy="3657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感谢聆听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2026-04-03T08:52:01Z</dcterms:created>
  <dcterms:modified xsi:type="dcterms:W3CDTF">2026-04-03T08:52:01Z</dcterms:modified>
</cp:coreProperties>
</file>