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需求转化与交付规范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从客户需求到项目交付的规范流程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2286000" cy="27432"/>
          </a:xfrm>
          <a:prstGeom prst="rect">
            <a:avLst/>
          </a:prstGeom>
          <a:solidFill>
            <a:srgbClr val="90E0E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课程安排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需求转化流程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从需求到交付的完整链路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需求确认规范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确保需求理解准确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售前交接规范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项目交接的完整内容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常见问题处理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变更、蔓延、不满意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课堂练习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需求转化五阶段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需求采集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调研、访谈、问卷收集客户需求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需求分析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分类、排序、可行性分析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方案设计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技术方案和实施计划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需求确认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确认书、原型、场景演练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项目交接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阶段一：需求采集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客户访谈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与业务、IT、一线用户分别访谈，了解不同角色需求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问卷调查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针对大量用户的需求，通过问卷收集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系统调研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调研现有系统的功能和数据，发现问题和改进点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注意事项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" y="432511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206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采集要全面：不要只听领导的话，要了解一线用户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阶段二：需求分析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需求分类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功能需求、非功能需求、数据需求、集成需求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优先级排序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按业务价值、技术难度、实施周期排序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可行性分析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技术可行性、成本合理性、风险可控性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4572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3749040"/>
            <a:ext cx="7726680" cy="41148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947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输出：需求清单，包含需求描述、类型、优先级、验收标准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阶段三：需求确认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为什么需求确认很重要？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很多项目失败的原因就是需求理解偏差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需求确认书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整理成文档，让客户签字确认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原型演示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通过原型让客户直观看到效果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场景演练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模拟业务场景，验证需求覆盖完整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572000"/>
            <a:ext cx="4572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4572000"/>
            <a:ext cx="7726680" cy="41148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177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记住：需求确认宁可多做，不要少做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阶段四：售前交接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交接内容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客户背景：组织架构、决策流程、关键人员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需求文档：需求清单、优先级、验收标准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技术方案：系统架构、技术选型、部署方案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项目计划：里程碑、时间节点、资源安排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339242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风险清单：已识别风险及应对措施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交接方式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交接会议：售前向实施团队详细讲解项目背景和需求，解答疑问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角色转变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常见问题处理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需求变更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问题：客户在项目过程中提出新需求或修改需求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应对：建立变更流程，评估影响，签订变更协议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5054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范围蔓延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" y="308152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9626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问题：项目范围不断扩大，超出原定边界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346557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3467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应对：明确项目边界，超出范围单独报价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7307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客户不满意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048" y="430682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1879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问题：客户对交付成果不满意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" y="469087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5720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应对：回顾需求文档，对照验收标准，协商解决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课堂练习：需求确认模拟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场景设定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客户：我要一个看板，能看我们公司的经营数据，最好能看到各子公司的对比。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背景：某集团企业，下属10家子公司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练习任务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9718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将口语化需求转化为结构化的需求描述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5584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3558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31012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列出至少3个需要确认的问题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3989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7398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69417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时间：10分钟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参考答案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结构化需求描述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功能需求：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222199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031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数据看板展示企业经营数据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260604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8716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支持各子公司数据对比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99008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87121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支持时间维度筛选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337413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25526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支持钻取查看明细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6393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数据需求：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412394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0050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经营数据包括哪些指标？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" y="450799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3891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数据来源是哪些系统？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课程要点回顾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需求转化五阶段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采集、分析、设计、确认、交接，环环相扣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需求确认规范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确认书、原型演示、场景演练，确保理解准确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售前交接规范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背景、需求、方案、计划、风险，全面交接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问题应对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变更走流程、蔓延控边界、不满意回需求文档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572000"/>
            <a:ext cx="4572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4572000"/>
            <a:ext cx="7726680" cy="41148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177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下节课：需求文档撰写实战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188720"/>
            <a:ext cx="4572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3840480"/>
            <a:ext cx="4572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2026-04-03T08:52:33Z</dcterms:created>
  <dcterms:modified xsi:type="dcterms:W3CDTF">2026-04-03T08:52:33Z</dcterms:modified>
</cp:coreProperties>
</file>